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672810"/>
            <a:ext cx="5715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Système de Gestion de Bibliothèque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3050102"/>
            <a:ext cx="3759119" cy="48398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Une Solution Numérique Complète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714375" y="4513064"/>
            <a:ext cx="27017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Présentation Académique | Janvier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56106"/>
            <a:ext cx="82296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1A1A"/>
                </a:solidFill>
              </a:rPr>
              <a:t>Introduction au Projet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57200" y="1836586"/>
            <a:ext cx="40290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Objectif Principal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57200" y="2213418"/>
            <a:ext cx="4029075" cy="6429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Développer une solution numérique robuste et intuitive pour automatiser et optimiser la gestion quotidienne d'une bibliothèque moderne.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657725" y="1836586"/>
            <a:ext cx="40290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Public Cible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657725" y="2213418"/>
            <a:ext cx="4029075" cy="6429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Conçu spécifiquement pour les administrateurs de bibliothèques et le personnel technique en charge du suivi des collections et des adhérents.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256406"/>
            <a:ext cx="4029075" cy="12540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585788" y="3370706"/>
            <a:ext cx="37719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Fonctionnalités Clés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585788" y="3676101"/>
            <a:ext cx="37719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• Gestion centralisée des ouvrages et auteurs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 • Classification thématique dynamique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 • Suivi des adhérents et emprunts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 • Interface d'administration sécurisée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6354"/>
            <a:ext cx="3214688" cy="46434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Authentification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399310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Accès Sécurisé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742210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Une passerelle de connexion obligatoire pour protéger l'intégrité des données de la bibliothèque.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542310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Gestion des Rôles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2885210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Identification par nom d'utilisateur et mot de passe pour les privilèges administrateur.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685310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Expérience Utilisateur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4028210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Interface minimaliste conçue pour une prise en main immédiate et sans distraction.</a:t>
            </a:r>
            <a:endParaRPr lang="en-US" sz="942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675" y="478631"/>
            <a:ext cx="4014788" cy="3014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1A1A1A"/>
                </a:solidFill>
              </a:rPr>
              <a:t>Tableau de Bord &amp; Gestion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428625" y="1123355"/>
            <a:ext cx="3614738" cy="3429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1494830"/>
            <a:ext cx="31861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Vue d'Ensemble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642938" y="1837730"/>
            <a:ext cx="31861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2F2F2">
                    <a:alpha val="90000"/>
                  </a:srgbClr>
                </a:solidFill>
              </a:rPr>
              <a:t>Un centre de contrôle unique pour naviguer entre les livres, auteurs, catégories et emprunts.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642938" y="2380655"/>
            <a:ext cx="31861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Inventaire Dynamique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642938" y="2723555"/>
            <a:ext cx="31861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2F2F2">
                    <a:alpha val="90000"/>
                  </a:srgbClr>
                </a:solidFill>
              </a:rPr>
              <a:t>Affichage en temps réel des ouvrages avec détails complets : titre, auteur, catégorie et disponibilité.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642938" y="3266480"/>
            <a:ext cx="31861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Actions de Gestion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642938" y="3609380"/>
            <a:ext cx="31861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2F2F2">
                    <a:alpha val="90000"/>
                  </a:srgbClr>
                </a:solidFill>
              </a:rPr>
              <a:t>Outils intégrés pour l'ajout rapide de nouveaux titres et la maintenance de la base de données.</a:t>
            </a:r>
            <a:endParaRPr lang="en-US" sz="942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675" y="1123355"/>
            <a:ext cx="4457700" cy="2743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7675" y="3952280"/>
            <a:ext cx="4457700" cy="126802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i="1" dirty="0">
                <a:solidFill>
                  <a:srgbClr val="333333"/>
                </a:solidFill>
              </a:rPr>
              <a:t>Interface principale du module de gestion des livres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70647"/>
            <a:ext cx="3000375" cy="46434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Mise à Jour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57200" y="1492179"/>
            <a:ext cx="3000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Flexibilité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457200" y="1835079"/>
            <a:ext cx="3000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Formulaire dédié permettant une mise à jour rapide des métadonnées de chaque ouvrage.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57200" y="2635179"/>
            <a:ext cx="3000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Précision des Données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457200" y="2978079"/>
            <a:ext cx="3000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Contrôle direct sur le titre et l'année d'édition pour garantir l'exactitude du catalogue.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57200" y="3778179"/>
            <a:ext cx="3000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Validation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457200" y="4121079"/>
            <a:ext cx="3000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Système de confirmation pour prévenir les modifications accidentelles ou erronées.</a:t>
            </a:r>
            <a:endParaRPr lang="en-US" sz="942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644" y="600075"/>
            <a:ext cx="4300538" cy="25860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429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34904"/>
            <a:ext cx="2857500" cy="7000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Répertoire des Auteurs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577904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Organisation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835079"/>
            <a:ext cx="2857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Suivi structuré des auteurs et de leur bibliographie.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463729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Base Relationnelle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2720904"/>
            <a:ext cx="2857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Liens dynamiques auteurs ↔ ouvrages pour analyse rapide.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349554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Administration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3606729"/>
            <a:ext cx="2857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Ajout rapide de nouveaux profils pour enrichir le catalogue.</a:t>
            </a:r>
            <a:endParaRPr lang="en-US" sz="942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5" y="221456"/>
            <a:ext cx="5014913" cy="24431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842097"/>
            <a:ext cx="3214688" cy="46434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Édition Auteurs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628650" y="1635054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Personnalisation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628650" y="1977954"/>
            <a:ext cx="3214688" cy="55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Interface dédiée permettant de corriger ou de compléter les informations biographiques des auteurs.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628650" y="2880159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Champs Éditables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628650" y="3223059"/>
            <a:ext cx="3214688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Modification simplifiée du nom et de la nationalité pour maintenir une base de données à jour.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28650" y="3938829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Efficacité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628650" y="4281729"/>
            <a:ext cx="3214688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Processus de modification fluide avec validation immédiate pour une gestion optimale du répertoire.</a:t>
            </a:r>
            <a:endParaRPr lang="en-US" sz="942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088" y="685800"/>
            <a:ext cx="4657725" cy="24431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84947"/>
            <a:ext cx="3000375" cy="46434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Classification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606479"/>
            <a:ext cx="3000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Structuration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949379"/>
            <a:ext cx="3000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Organisation des ouvrages par thématiques pour faciliter la navigation et la recherche.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735191"/>
            <a:ext cx="3000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Descriptions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3078091"/>
            <a:ext cx="3000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Chaque catégorie possède une description concise pour clarifier son contenu.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863904"/>
            <a:ext cx="3000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Analyse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4206804"/>
            <a:ext cx="3000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Affichage du nombre de livres par catégorie pour un suivi précis.</a:t>
            </a:r>
            <a:endParaRPr lang="en-US" sz="942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25" y="657225"/>
            <a:ext cx="4872038" cy="25860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913256"/>
            <a:ext cx="4217519" cy="59471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1A1A"/>
                </a:solidFill>
              </a:rPr>
              <a:t>Gestion des Catégories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71525" y="2008036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4500"/>
                </a:solidFill>
              </a:rPr>
              <a:t>Adaptabilité du Système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2384868"/>
            <a:ext cx="3714750" cy="9144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Le système permet une modification dynamique des thématiques existantes, offrant la possibilité d'ajuster les noms et les descriptions selon l'évolution du fonds documentaire.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72025" y="2008036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4500"/>
                </a:solidFill>
              </a:rPr>
              <a:t>Cohérence du Classement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772025" y="2384868"/>
            <a:ext cx="3714750" cy="6858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Assure la pertinence continue de l'organisation bibliographique en permettant une restructuration agile des catégories sans perte de données.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1525" y="3870768"/>
            <a:ext cx="7715250" cy="89721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1000125" y="4170806"/>
            <a:ext cx="725805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F2F2F2"/>
                </a:solidFill>
              </a:rPr>
              <a:t>L'interface de modification est conçue pour une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efficacité maximale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F2F2F2"/>
                </a:solidFill>
              </a:rPr>
              <a:t>, permettant aux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F2F2F2"/>
                </a:solidFill>
              </a:rPr>
              <a:t>administrateurs de maintenir un catalogue parfaitement structuré et intuitif pour les usagers.</a:t>
            </a:r>
            <a:endParaRPr lang="en-US" sz="115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998981"/>
            <a:ext cx="439533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1A1A"/>
                </a:solidFill>
              </a:rPr>
              <a:t>Conclusion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614363" y="1922311"/>
            <a:ext cx="42095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Optimisation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614363" y="2299143"/>
            <a:ext cx="4209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Automatisation des tâches répétitives pour réduire les erreurs.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14363" y="2913506"/>
            <a:ext cx="42095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Centralisation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614363" y="3290339"/>
            <a:ext cx="4209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Une base unique pour un suivi cohérent des ressources.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14363" y="3904701"/>
            <a:ext cx="42095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Efficacité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14363" y="4281534"/>
            <a:ext cx="4209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Interface intuitive pour gagner du temps au quotidien.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52557" y="714375"/>
            <a:ext cx="3662790" cy="40100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5224007" y="1085850"/>
            <a:ext cx="331989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</a:rPr>
              <a:t>Perspectives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5224007" y="1459111"/>
            <a:ext cx="33198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• Recherche multicritères avancée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24007" y="1759148"/>
            <a:ext cx="33198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• Notifications automatiques pour les retards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224007" y="2059186"/>
            <a:ext cx="33198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• Statistiques d'emprunts et tendances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224007" y="2359223"/>
            <a:ext cx="33198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• Portail web dédié aux adhérents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8625" y="4911328"/>
            <a:ext cx="16155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Fin de la Présentation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2026-01-05T23:13:26Z</dcterms:created>
  <dcterms:modified xsi:type="dcterms:W3CDTF">2026-01-05T23:13:26Z</dcterms:modified>
</cp:coreProperties>
</file>